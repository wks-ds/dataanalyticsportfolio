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4E5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First Class</c:v>
                  </c:pt>
                  <c:pt idx="1">
                    <c:v>Second Class</c:v>
                  </c:pt>
                  <c:pt idx="2">
                    <c:v>Third Class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62.9</c:v>
                </c:pt>
                <c:pt idx="1">
                  <c:v>47.3</c:v>
                </c:pt>
                <c:pt idx="2">
                  <c:v>24.2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C44E5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First</c:v>
                  </c:pt>
                  <c:pt idx="1">
                    <c:v>Second</c:v>
                  </c:pt>
                  <c:pt idx="2">
                    <c:v>Third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</c:v>
                </c:pt>
                <c:pt idx="1">
                  <c:v>92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First</c:v>
                  </c:pt>
                  <c:pt idx="1">
                    <c:v>Second</c:v>
                  </c:pt>
                  <c:pt idx="2">
                    <c:v>Third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</c:v>
                </c:pt>
                <c:pt idx="1">
                  <c:v>16</c:v>
                </c:pt>
                <c:pt idx="2">
                  <c:v>14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Survival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Survived the Titanic?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It Wasn't Just About Gender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Scott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581: Data Analytics and Communication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Gonzaga University - Summer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"Women and Children First"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night of April 15, 1912, more than 1,500 of the 2,200 people aboard the Titanic died.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more than a century, public memory of the disaster has centered on one phrase: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"Women and children first."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asks whether the data supports that narrative.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0" y="1463040"/>
            <a:ext cx="2743200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1,500+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9436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AND CREW LOST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approximately 2,200 aboard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April 15, 1912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Analysis Was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Titanic passenger dataset, cleaned and analyzed in Python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37744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889 passenger records after cleaning. Variables: class, sex, age, fare, survival outcome, embarkation port.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37744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2860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177 missing ages with the median (28). Dropped Deck column (77% missing). Removed 2 incomplete records.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237744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plus four targeted visualizations: survival by class, age distribution, class + gender interaction, and ticket fare spread.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Python, Pandas, Seaborn, Matplotlib, Jupyter Notebook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Class Divided Everything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rates by passenger class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554480"/>
            <a:ext cx="292608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828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2.6x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576072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SURVIVE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6072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passengers compared to third-class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cabins sat on upper decks, closer to lifeboats. Third-class passengers had to navigate long corridors and locked gates.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Class and Gender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 is where the real story lives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463040"/>
            <a:ext cx="246888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210312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50% of third-class women survived.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97% of first-class women.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gap among women (47 points) was nearly as wide as the gender gap overall.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"women and children first" rule held for the wealthy. It broke down sharply for steerage.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3: Wealth Bought Proximity to Safety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fare disparity mirrored the survival gap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377440" cy="2926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GBP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FIRST-CLASS FARE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one to two years of working-class wages in 1912.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377440" cy="2926080"/>
          </a:xfrm>
          <a:prstGeom prst="rect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GBP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6616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THIRD-CLASS FARE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steerage passenger paid for the same voyage.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377440" cy="2926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7.5x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RATIO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tickets cost more than seven times the third-class fare.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did not just buy comfort. It bought physical proximity to the lifeboats.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 for how we tell the Titanic story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was as decisive as gender.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148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account that emphasizes "women and children first" without also describing class effects gives an incomplete picture of who lived.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554480" y="2743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architecture made inequality physical.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200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of cabins, the routes to the lifeboats, and the evacuation sequence were all shaped by class long before the iceberg struck.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554480" y="3794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statistics can conceal subgroup truths.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4251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dataset, told two ways, supports two different narratives. Honest data communication requires breaking aggregates apart.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that sounds emotionally satisfying is often not the full story.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Survived the Titanic?</dc:title>
  <dc:subject>PptxGenJS Presentation</dc:subject>
  <dc:creator>William Scott</dc:creator>
  <cp:lastModifiedBy>William Scott</cp:lastModifiedBy>
  <cp:revision>1</cp:revision>
  <dcterms:created xsi:type="dcterms:W3CDTF">2026-06-25T06:48:46Z</dcterms:created>
  <dcterms:modified xsi:type="dcterms:W3CDTF">2026-06-25T06:48:46Z</dcterms:modified>
</cp:coreProperties>
</file>